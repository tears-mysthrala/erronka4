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114800"/>
            <a:ext cx="822960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SLIDE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ZABALA GAILETAK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F37"/>
                </a:solidFill>
              </a:rPr>
              <a:t>Zibersegurtasun Proiektu Integrala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Aurkezpena Zuzendaritzari eta Zuzendari Nagusiari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2026ko Otsaila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AURKIBIDEA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TESTUINGURUA ETA ERRONKA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0" y="1005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4 min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6576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GURE ESTRATEGIA: ZERO TRUST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6 min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BERRIKUNTZA SEGURUA ETA OPERAZIOAK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5 min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36576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ERASOEN AURKAKO PREBENTZIOA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0" y="2926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7 min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36576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BETETZE LEGALA ETA ETORKIZUNA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5 min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365760" cy="365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ONDORIOAK ETA GALDERAK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4206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3 min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1. TESTUINGURUA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4AF37"/>
                </a:solidFill>
              </a:rPr>
              <a:t>ETA ERRONKA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(4 minutu)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Zabala Gailetak: Tradizioa eta Etorkizuna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16459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3A5F"/>
                </a:solidFill>
              </a:rPr>
              <a:t>120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Langile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560320" cy="16459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188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3A5F"/>
                </a:solidFill>
              </a:rPr>
              <a:t>6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29184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Zuzendaritza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560320" cy="16459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188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3A5F"/>
                </a:solidFill>
              </a:rPr>
              <a:t>5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1264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IKT Taldea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Euskal Herriko gaileta tradizioa Europako merkatuetara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Industria 4.0-ra igarotzea: digitalizazioa + segurtasuna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Erronka: ekoizpena babestu, baina modernizatu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Arrisku Estrategikoa: IT eta OT Sareen Batzea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201168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F00"/>
                </a:solidFill>
              </a:rPr>
              <a:t>OT = Operational Technology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PLC-ak (Programmable Logic Controllers)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SCADA sistemak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Ekoizpen-makineria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20116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</a:rPr>
              <a:t>Arrisku Kritikoa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Erasotzaile batek sartuz gero...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</a:rPr>
              <a:t>120 langileen SEGURTASUN FISIKOA arriskuan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</a:rPr>
              <a:t>Aurkikuntza: PLC-ak Internet zabalean espostuta zeuden!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Adibideak: Colonial Pipeline (4,4M$), Norsk Hydro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Modbus TCP portua (502) irekita kanpoarekin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2. GURE ESTRATEGIA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F37"/>
                </a:solidFill>
              </a:rPr>
              <a:t>ZERO TRUST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</a:rPr>
              <a:t>ETA ARKITEKTURA SEGURUA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(6 minutu)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Zero Trust Printzipioa: Inork ez du fidatzen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4AF37"/>
                </a:solidFill>
              </a:rPr>
              <a:t>"Ez dago sare 'barne segurrik'"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463040" cy="9144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VLAN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Bulegoa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737360"/>
            <a:ext cx="1463040" cy="91440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VLAN 20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Zerbitzariak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1737360"/>
            <a:ext cx="1463040" cy="9144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VLAN 30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DMZ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737360"/>
            <a:ext cx="1463040" cy="91440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VLAN 50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OT/SCADA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1737360"/>
            <a:ext cx="1280160" cy="9144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VLAN 99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06640" y="2194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Honeypot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Fortinet FortiGate 200F: trafiko guztia kontrolatuta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IT eta OT artean ez dago zubi zuzenik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Europako Banku Zentralak eta BBVA-k erabiltzen duten estrategia bera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Purdue Eredua: Fabrikaren Babesa Geruzaka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4572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L4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914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Enpresa Sarea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914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ERP, Emaila, Web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L3.5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DMZ Industriala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Historialariak, Patch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2743200" cy="4572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L3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Ekoizpen Operazioak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SCADA, HMI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2743200" cy="45720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L2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Kontrol Sarea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PLC-ak, RTU-ak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2743200" cy="457200"/>
          </a:xfrm>
          <a:prstGeom prst="rect">
            <a:avLst/>
          </a:prstGeom>
          <a:solidFill>
            <a:srgbClr val="FCE4E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L1-0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Prozesua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Sentsoreak, Aktuadoreak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0" y="914400"/>
            <a:ext cx="5029200" cy="2743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Tresna Nagusiak: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4048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OpenPLC: PLC-ak simulatzeko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404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ScadaBR: HMI interfazea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404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Node-RED: Datuen integrazioa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4048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VPN + MFA: Sarbide segurua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Irakurketa-soila modua: idazteko baimena prozesu formalarekin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Zerbitzarien Bastionatzea eta Automatizazioa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22860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</a:rPr>
              <a:t>Ansible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50+ zerbitzari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Konfigurazio automatizatua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Kode bidezko kudeaketa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• Ez dago 'ahaztutako' zerbitzaririk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560320" cy="22860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Proxmox/Isard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Birtualizazioa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Isolamendu segurua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Erraz eskalatzeko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Backup automatikoak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560320" cy="22860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F00"/>
                </a:solidFill>
              </a:rPr>
              <a:t>Docker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Kontenedore isolatuak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Aplikazioak banatuta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Garraiatze azkarra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Segurtasuna handitua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Onura: Errore konfigurazioak %90 murriztu dira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3. BERRIKUNTZA SEGURUA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</a:rPr>
              <a:t>ETA EGUNEROKO OPERAZIOAK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(5 minutu)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Langileen Atari Berria: Segurtasuna eta Erraztasuna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HR Portal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120 langileen kudeaketa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Nóminak ikusteko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Oporrak eskatzeko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Dokumentazioa kudeatzeko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114800" cy="25603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Segurtasun Neurriak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JWT tokenak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MFA (bi faktoreak)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5 rol desberdin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Pribilegio gutxienekoa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5 ROL: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3749040"/>
            <a:ext cx="13716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ADMIN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34640" y="3749040"/>
            <a:ext cx="13716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283464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RRHH MGR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3749040"/>
            <a:ext cx="13716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JEFE SECCIÓN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3749040"/>
            <a:ext cx="13716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576072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EMPLEADO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3749040"/>
            <a:ext cx="13716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AUDITOR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Mugikor Aplikazioa: Android Segurua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20116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Teknologia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Kotlin 2.0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Jetpack Compose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Material Design 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201168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F00"/>
                </a:solidFill>
              </a:rPr>
              <a:t>Certificate Pinning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Zerbitzaria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ezin daiteke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F00"/>
                </a:solidFill>
              </a:rPr>
              <a:t>falsifikatu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560320" cy="20116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Biometria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Hatz-marka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Aurpegia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PIN seguruak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Datuak enkriptatuta gordetzen dira gailuan: telefonoa galdu arren, informazioa segurua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4. ERASOEN AURKAKO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</a:rPr>
              <a:t>PREBENTZIOA ETA ERANTZUNA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(7 minutu)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Hacking Etikoaren Emaitzak: Gure Defentsak Frogan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463040" cy="10972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Kritiko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94560" y="1005840"/>
            <a:ext cx="1463040" cy="109728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097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19456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Altu (konponduak)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1005840"/>
            <a:ext cx="1463040" cy="1097280"/>
          </a:xfrm>
          <a:prstGeom prst="rect">
            <a:avLst/>
          </a:prstGeom>
          <a:solidFill>
            <a:srgbClr val="FFCC80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1097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93192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Ertain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1005840"/>
            <a:ext cx="1463040" cy="109728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1097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6928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Baxu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06640" y="1005840"/>
            <a:ext cx="128016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1097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9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406640" y="1691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Guztira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SQL Injection konpondua: prepared statements-ekin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OT sarearen isolamendua: PLC-ak ez daude Internetean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WiFi: WPA3 + sarbide baimenduen zerrenda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Metodologia: PTES + OWASP Testing Guide v4.2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Monitorizazioa Denbora Errealean: SIEM eta Wazuh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22860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ELK Stack + Wazuh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Log guztiak biltzen dira zentralizatuta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Elasticsearch biltegiratzea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Kibana bisualizazioak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Logstash prozesamendua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22860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F00"/>
                </a:solidFill>
              </a:rPr>
              <a:t>15+ Alerta Arau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Saihesketak detektatzeko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Autentikazio okerrak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Prozesu susmagarriak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USB konekzioak OT-an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MITRE ATT&amp;CK esparrua: erasoak nola antolatzen diren ulertzeko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Honeypot-ak: Erasotzaileak Harrapatzeko Tranpak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2286000"/>
          </a:xfrm>
          <a:prstGeom prst="rect">
            <a:avLst/>
          </a:prstGeom>
          <a:solidFill>
            <a:srgbClr val="FCE4E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0E4F"/>
                </a:solidFill>
              </a:rPr>
              <a:t>T-Pot / Cowrie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SSH zerbitzari faltsuak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Telnet zerbitzari faltsuak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Erasotzaileak erakartzen ditu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Benetako sistemak babesten ditu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005840"/>
            <a:ext cx="4206240" cy="22860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097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Conpot (OT Honeypot)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PLC faltsuak OT sarean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Modbus TCP simulazioa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Eraso teknikak ikasteko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743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Mehatxu inteligentzia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Helburua: Erasotzaileak atzerapenarako erakartzea, benetako sistemak babesteko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Gertaera-Erantzun Plana: Arazorako Prest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1188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Kritikoa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15 min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560320" y="1005840"/>
            <a:ext cx="1920240" cy="118872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Altua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 ordu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1920240" cy="1188720"/>
          </a:xfrm>
          <a:prstGeom prst="rect">
            <a:avLst/>
          </a:prstGeom>
          <a:solidFill>
            <a:srgbClr val="FFCC80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Ertaina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4 ordu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766560" y="1005840"/>
            <a:ext cx="1920240" cy="118872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Baxua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24 ordu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Erantzun-denborak (ISO 27001)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IR Taldea: 5 pertsona, rol argiak, 24/7 eskuragarritasuna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Auzitegi-analisirako prest: ebidentziak biltzeko prozedurak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Hiruhileko mahai-gaineko ariketak: prozedurak probatzeko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5. BETETZE LEGALA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</a:rPr>
              <a:t>ETA ETORKIZUNA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(5 minutu)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ISO 27001: %93 Betetzea, Zero Auditaldi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0" y="1005840"/>
            <a:ext cx="2743200" cy="2743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14630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4AF37"/>
                </a:solidFill>
              </a:rPr>
              <a:t>%93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200400" y="2743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87/93 kontrol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468880" cy="11887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A.5 - A.7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%100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2468880" cy="13716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A.8 Teknologikoak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%94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468880" cy="11887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2026 Q4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1463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F00"/>
                </a:solidFill>
              </a:rPr>
              <a:t>Ziurtagiria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17920" y="2377440"/>
            <a:ext cx="246888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Hurrengo pausoak: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Q2: DLP + maskaratzea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3108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Q3: Aurre-auditoria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Q4: Ziurtagiria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ISO 27001 da zibersegurtasunaren 'etiketa' munduan - bezeroek eta inbertitzaileek eskatzen dute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GDPR eta NIS2: Zigorrak Saihesten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25603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GDPR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72 orduko ohartarazpena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AEPD-rekin harremanak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Datu subjektuen eskubideak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3474720" cy="4572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71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Zigorra: fakturazioaren %4 arte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114800" cy="25603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8F00"/>
                </a:solidFill>
              </a:rPr>
              <a:t>NIS2 (2024 Oct)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Enpresa handientzat derrigorrezkoa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250+ langile / 50M€ fakturazio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Hornitzaile gisa prestatuta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3749040" cy="4572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971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Zigorra: 10 milioi € arte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DPO izendatuta: Datuak Babesteko Ordezkaria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IEC 62443: Industria Segurtasunaren Estandarra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109728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SL 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Ez dago eskakizunik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⚪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005840"/>
            <a:ext cx="1920240" cy="10972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051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SL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Hutsegite akatsak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1920240" cy="10972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051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SL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Baliabide baxua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GAUDE HEMEN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005840"/>
            <a:ext cx="1920240" cy="109728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051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SL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Baliabide moderatua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F00"/>
                </a:solidFill>
              </a:rPr>
              <a:t>🎯 HELBURUA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Segurtasun Mailak (SL - Security Level)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Gune eta Hodi eredua: sare segmentazio zorrotza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Irakurketa-soila modua lehenetsita OT sistemetan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•  </a:t>
            </a:r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Langileen segurtasun fisikoa lehenesten da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6. ONDORIOAK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4AF37"/>
                </a:solidFill>
              </a:rPr>
              <a:t>ETA GALDERAK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(3 minutu)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Inbertsioaren Balioa: Zer Lortu Dugu?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20116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</a:rPr>
              <a:t>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Ekoizpenaren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Jarraitutasuna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120 langileen segurtasuna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114800" cy="20116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0972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0" y="1737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Arrisku Juridikoa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057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Murriztua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468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Milioika euroko aurrezkia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3840480" cy="13716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46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Ospea Babestuta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Bezeroen konfiantza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3200400"/>
            <a:ext cx="4114800" cy="137160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246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0" y="3749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Industria 4.0-rako Oinarria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4114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Etorkizunik gabeko modernizazioa ez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Hurrengo Pausoak eta Eskerrik Asko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18288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2026 Q2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DLP sistema osoa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Datu maskaratzea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Sailkapen osoa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51760" cy="18288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F00"/>
                </a:solidFill>
              </a:rPr>
              <a:t>2026 Q3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3756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ISO 27001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aurre-auditoria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DLP hedapena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51760" cy="18288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</a:rPr>
              <a:t>2026 Q4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Ziurtagiri ofiziala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Geo-erredundantzia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SL 3 lortzea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⚡ Segurtasuna ez da proiektu bat amaitzen dena. Prozesu bat da, etengabeko hobekuntza.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Eskerrik asko zuhurtasunagatik!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GALDERAK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4AF37"/>
                </a:solidFill>
              </a:rPr>
              <a:t>ETA EZTABAIDAK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Zabala Gailetak - 2026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Zibersegurtasun Proiektu Integrala</dc:title>
  <dc:subject>Zuzendaritzari aurkezpena</dc:subject>
  <dc:creator>Zabala Gailetak - Zibersegurtasun Taldea</dc:creator>
  <cp:lastModifiedBy>Zabala Gailetak - Zibersegurtasun Taldea</cp:lastModifiedBy>
  <cp:revision>1</cp:revision>
  <dcterms:created xsi:type="dcterms:W3CDTF">2026-02-23T11:17:27Z</dcterms:created>
  <dcterms:modified xsi:type="dcterms:W3CDTF">2026-02-23T11:17:27Z</dcterms:modified>
</cp:coreProperties>
</file>